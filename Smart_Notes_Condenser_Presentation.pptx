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1097280"/>
            <a:ext cx="3657600" cy="411480"/>
          </a:xfrm>
          <a:prstGeom prst="roundRect">
            <a:avLst/>
          </a:prstGeom>
          <a:solidFill>
            <a:srgbClr val="1C213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DEEP LEARNING + NLP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🧠 Smart Notes Condenser</a:t>
            </a:r>
          </a:p>
          <a:p>
            <a:pPr algn="ctr">
              <a:spcBef>
                <a:spcPts val="1200"/>
              </a:spcBef>
              <a:defRPr sz="1700">
                <a:solidFill>
                  <a:srgbClr val="6366F1"/>
                </a:solidFill>
              </a:defRPr>
            </a:pPr>
            <a:r>
              <a:t>Automated Study Material Synthesis via Transformer Deep Learning &amp; Hybrid LLM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023360"/>
            <a:ext cx="8531352" cy="2103120"/>
          </a:xfrm>
          <a:prstGeom prst="roundRect">
            <a:avLst/>
          </a:prstGeom>
          <a:solidFill>
            <a:srgbClr val="1C213A"/>
          </a:solidFill>
          <a:ln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206240"/>
            <a:ext cx="7982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Core Tech Stack: Google FLAN-T5 (PyTorch CPU) + Groq Cloud LPU + FastAPI + React 19</a:t>
            </a:r>
          </a:p>
          <a:p>
            <a:pPr>
              <a:spcAft>
                <a:spcPts val="1000"/>
              </a:spcAft>
              <a:defRPr sz="1300">
                <a:solidFill>
                  <a:srgbClr val="34D399"/>
                </a:solidFill>
              </a:defRPr>
            </a:pPr>
            <a:r>
              <a:t>Key Features: Abstractive Summaries · 5 Key Points · Self-Test Quizzes · Active-Recall Flashcards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Presented by: Student / Project Team | Faculty Guide: Department of Computer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⚠️ The Problem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Information Overload: Students spend excessive hours manually summarizing lengthy lecture transcripts and textbooks.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Revision Fatigue: Converting raw, unstructured notes into active recall flashcards and quiz questions is labor-intensive.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Small Local Model Limitations: Traditional small local models (&lt;100M params) often truncate or hallucinate on multi-part tasks.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Cloud Fragility: Pure cloud API apps fail during network dropouts or quota exhaustion.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</a:defRPr>
            </a:pPr>
            <a:r>
              <a:t>🎯 Project Objectives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Automate 4 Core Study Assets: Abstractive summaries, key takeaways, self-test quizzes, and interactive flashcards.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Hybrid Multi-Engine Architecture: Integrate ultra-fast Groq LPU with a 100% offline local PyTorch FLAN-T5 fallback.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Zero GPU Requirement for Local Mode: Enable CPU inference with optimized memory usage on standard laptops.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Interactive UI: Build a modern self-test interface with 'Check Answer' reveals and flip flashcards.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Deep Learning &amp; NLP Technical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1. Transformer Attention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Multi-Head Self-Attention: softmax((Q·Kᵀ)/√d)·V captures global token dependencies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Replaced legacy sequential RNNs &amp; LSTMs with parallelizable matrix operations.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Positional encodings preserve order and syntactic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2. Google FLAN-T5-Small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Encoder-Decoder Architecture: Bidirectional encoder + Autoregressive decoder.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Instruction-Tuned on 1800+ NLP tasks treating every problem as text-to-text.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Lightweight footprint (~80M parameters, ~300MB), operating inside ~1.2 GB 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</a:defRPr>
            </a:pPr>
            <a:r>
              <a:t>3. NLP Task Spectrum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Abstractive Summarization: Generates novel paraphrased sentences.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Key Point Extraction: Semantic segmentation into distinct bullet facts.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Question Generation (QAG): Synthesizes self-testing Q&amp;A pairs.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Knowledge Extraction: Dual-sided active-recall memory 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Hybrid Dual-Engine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⚡ Primary Engine: Groq LPU Cloud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Hardware: Language Processing Unit (LPU) designed for deterministic ultra-high throughput.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Model: openai/gpt-oss-120b &amp; llama-3.3-70b-versatile.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Sub-Second Latency: Typical inference generation in 0.7 – 1.0s.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Dynamic Diversity: Temperature tuning (T=0.85) and Focus Angle nonces for fresh quiz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💻 Fallback Engine: Local PyTorch FLAN-T5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100% Offline Capability: Operates seamlessly without internet or external API dependencies.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PyTorch Inference: Executed with torch.no_grad() and model.eval() on CPU.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Beam Search Decoding: num_beams=4, length_penalty=1.2, no_repeat_ngram_size=3.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Automatic Failover: Seamlessly activates if API limits or network outages occur.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Core Features &amp; Interactive Student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📄 Abstractive Summary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Academic left-accent card presentation.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Cohesive 1-2 paragraph overview synthesizing core concepts, definitions, and equations.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🔑 5 Key Points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Structured numbered cards (1 through 5).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Eliminates run-on text; ensures each bullet represents a distinct takeaway.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</a:defRPr>
            </a:pPr>
            <a:r>
              <a:t>❓ Interactive Self-Test Quiz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Questions render first; answers stay hidden.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Interactive '🔍 Check Answer' / '🙈 Hide Answer' buttons with 'Reveal All' toggle.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472B6"/>
                </a:solidFill>
              </a:defRPr>
            </a:pPr>
            <a:r>
              <a:t>🃏 3D Study Flashcards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Interactive flip cards testing terms and definitions.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Click-to-flip Front/Back cards for active-recall memory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Implementation &amp; Engineering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🧠 AI &amp; Prompt Engineering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Focus-Angle Rotation: Randomizes testing perspectives (mechanisms, equations, terminology, cause-effect) on every click.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Dual-Call Summary Synthesis: Local model merges overview definitions with specific factor/stage calls.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Section Chunking for Local Bullets: Notes are partitioned into 2-sentence micro-sections to prevent repetitive bullets.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Pydantic Validation: Strict schema sanitization up to 20,000 characters.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</a:defRPr>
            </a:pPr>
            <a:r>
              <a:t>⚛️ Full-Stack Web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FastAPI Lifespan Caching: Preloads model weights into RAM on server boot, eliminating per-request loading delay.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React 19 + Vite 8: Modern single-page UI built with sub-second HMR and 1.3s production build.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Live Dual Counters: Live tracking of word count and character count (≤ 20,000 chars).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1-Click Clipboard Copy: Instant copying with dynamic '✓ Copied!' toast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Evaluation &amp; Experimental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📊 Comparative Evaluation Metrics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Inference Speed: Groq Cloud LPU generates full study sets in 0.7 – 1.0s (40x faster than CPU inference).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Local Model Efficiency: FLAN-T5-Small operates stably inside ~1.2 GB RAM with 0 GPU requirement.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Quiz Diversity Test: Generating on the same text 5 times produced 5 completely distinct sets of exam questions.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Multi-Domain Robustness: Validated across Biology (Photosynthesis), Computer Science (Binary Search), and Physics.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Zero Hallucination Guard: Strict system prompts restrict content derivation 100% to the input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NOTES CONDENSER · DL/NLP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</a:defRPr>
            </a:pPr>
            <a:r>
              <a:t>🏁 Project Conclusions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Successfully engineered a complete, production-ready educational AI web application.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Demonstrated practical applications of Encoder-Decoder Transformer models and modern LLM pipelines.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Balanced high speed (Groq LPU) with academic robustness (offline PyTorch CPU fallback).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Delivered an engaging self-test user experience designed specifically for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13A"/>
          </a:solidFill>
          <a:ln w="12700">
            <a:solidFill>
              <a:srgbClr val="3C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366F1"/>
                </a:solidFill>
              </a:defRPr>
            </a:pPr>
            <a:r>
              <a:t>🚀 Future Enhancements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Multi-Format Document Upload: Direct ingestion of PDF, PPTX, and DOCX files.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OCR for Handwritten Notes: Optical character recognition for digitized student notebooks.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Multilingual NLP: Summarization and translation in regional languages.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Audio Podcast Generation: Text-to-speech synthesis for auditory revision.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